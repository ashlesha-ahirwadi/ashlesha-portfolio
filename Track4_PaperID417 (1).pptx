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gQPmGwPn5wO+x79OxuN7DLQ1+m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E26792-F992-4A0C-A192-627369D96B57}">
  <a:tblStyle styleId="{82E26792-F992-4A0C-A192-627369D96B5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schemas.openxmlformats.org/officeDocument/2006/relationships/slide" Target="slides/slide14.xml"/><Relationship Id="rId10" Type="http://schemas.openxmlformats.org/officeDocument/2006/relationships/slide" Target="slides/slide2.xml"/><Relationship Id="rId21" Type="http://schemas.openxmlformats.org/officeDocument/2006/relationships/slide" Target="slides/slide13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0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3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31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3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4" name="Google Shape;114;p32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32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6" name="Google Shape;116;p32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35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2" name="Google Shape;132;p3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3" name="Google Shape;133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6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0" name="Google Shape;140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37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8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1" name="Google Shape;161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2" name="Google Shape;16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5" name="Google Shape;1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" name="Google Shape;173;p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0" name="Google Shape;180;p4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1" name="Google Shape;18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4" name="Google Shape;18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8" name="Google Shape;188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9" name="Google Shape;189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0" name="Google Shape;19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93" name="Google Shape;19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7" name="Google Shape;19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"/>
          <p:cNvSpPr/>
          <p:nvPr/>
        </p:nvSpPr>
        <p:spPr>
          <a:xfrm>
            <a:off x="2286000" y="2170132"/>
            <a:ext cx="4572000" cy="4016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VISHWACON 2023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"/>
          <p:cNvSpPr/>
          <p:nvPr/>
        </p:nvSpPr>
        <p:spPr>
          <a:xfrm>
            <a:off x="662949" y="1559925"/>
            <a:ext cx="7429500" cy="14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: SENTIMENT ANALYSIS OF TEXT DOCUMENTS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Ashlesha Ahirwadi* 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,Isha Shetye 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 Dr. Anagha Kulkarni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 </a:t>
            </a:r>
            <a:endParaRPr b="0" baseline="3000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baseline="3000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baseline="3000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Technology, Cummins College Of Engineering For Women, Pune, Maharashtra India – 411052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/>
          <p:nvPr/>
        </p:nvSpPr>
        <p:spPr>
          <a:xfrm>
            <a:off x="2284763" y="1015538"/>
            <a:ext cx="4574475" cy="391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CONTENTS: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"/>
          <p:cNvSpPr txBox="1"/>
          <p:nvPr/>
        </p:nvSpPr>
        <p:spPr>
          <a:xfrm>
            <a:off x="3366050" y="1623050"/>
            <a:ext cx="4172100" cy="24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 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 txBox="1"/>
          <p:nvPr/>
        </p:nvSpPr>
        <p:spPr>
          <a:xfrm>
            <a:off x="215451" y="756995"/>
            <a:ext cx="8555855" cy="3629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ABSTRACT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aids connectivity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devices help create exponential amount of data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analysis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- A solution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to knowledge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algorithm comparison &amp; evaluation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215450" y="1428750"/>
            <a:ext cx="6583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 txBox="1"/>
          <p:nvPr/>
        </p:nvSpPr>
        <p:spPr>
          <a:xfrm>
            <a:off x="208069" y="756994"/>
            <a:ext cx="8541675" cy="3323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INTRODUCTION: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content heavy on opinion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help extract opinion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categorized - 1. Based on polarity (positive, negative and neutral)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2. Based on emotions (sad, happy, angry..)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3. Based on range (Star rating)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algorithms facilitate sentiment analysis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/>
          <p:nvPr/>
        </p:nvSpPr>
        <p:spPr>
          <a:xfrm>
            <a:off x="208076" y="814145"/>
            <a:ext cx="8555850" cy="3629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LITERATURE REVIEW 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2" name="Google Shape;232;p6"/>
          <p:cNvGraphicFramePr/>
          <p:nvPr/>
        </p:nvGraphicFramePr>
        <p:xfrm>
          <a:off x="576975" y="14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{82E26792-F992-4A0C-A192-627369D96B57}</a:tableStyleId>
              </a:tblPr>
              <a:tblGrid>
                <a:gridCol w="1042100"/>
                <a:gridCol w="2247400"/>
                <a:gridCol w="2485650"/>
                <a:gridCol w="1925025"/>
              </a:tblGrid>
              <a:tr h="5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 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analyse and recommend movies based reviews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 Vector Machine, Naive Bayes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 Vector Machine outperforms Naive Bayes by small margin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2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analyse sentiments related to URI attack using twitter data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Polarity classification, Emotion analysis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Fear and negative sentiments concentrated data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 performance of machine learning algorithms for sentiment analysis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Naive Bayes, Random Forest, Support Vector Machine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 Vector Machine out stood with high accuracy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 txBox="1"/>
          <p:nvPr/>
        </p:nvSpPr>
        <p:spPr>
          <a:xfrm>
            <a:off x="208076" y="814145"/>
            <a:ext cx="85560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LITERATURE REVIEW 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" name="Google Shape;238;p7"/>
          <p:cNvGraphicFramePr/>
          <p:nvPr/>
        </p:nvGraphicFramePr>
        <p:xfrm>
          <a:off x="576975" y="14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{82E26792-F992-4A0C-A192-627369D96B57}</a:tableStyleId>
              </a:tblPr>
              <a:tblGrid>
                <a:gridCol w="1088500"/>
                <a:gridCol w="2347500"/>
                <a:gridCol w="2596350"/>
                <a:gridCol w="2010775"/>
              </a:tblGrid>
              <a:tr h="53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 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1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Comparative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study of different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approaches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approach, Rule-based approach, lexical based approach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approach yields best results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2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Sentimental Analysis of Twitter Data with respect to General Elections in India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Emotion analysis, Support Vector Machine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Considering sentiment parameters candidate 1 was found to be more loved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0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Comparing multinomial and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bernoulli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Naive Bayes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Naive Bayes, Multinomial Naive Bayes,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Bernoulli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Naive Bayes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Multinomial works best with large size vocabulary unlike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bernoulli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Naive Bayes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/>
        </p:nvSpPr>
        <p:spPr>
          <a:xfrm>
            <a:off x="208076" y="814145"/>
            <a:ext cx="85560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LITERATURE REVIEW 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4" name="Google Shape;244;p8"/>
          <p:cNvGraphicFramePr/>
          <p:nvPr/>
        </p:nvGraphicFramePr>
        <p:xfrm>
          <a:off x="576975" y="14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{82E26792-F992-4A0C-A192-627369D96B57}</a:tableStyleId>
              </a:tblPr>
              <a:tblGrid>
                <a:gridCol w="1117900"/>
                <a:gridCol w="2410875"/>
                <a:gridCol w="2666475"/>
                <a:gridCol w="2065075"/>
              </a:tblGrid>
              <a:tr h="5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 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5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 of tweets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regarding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COVID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Polarity classification, Data pre processing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Neural sentiment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outweighs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positive and non positive sentiment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Preparation of data before analysis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Pre-processing techniques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Standardise data and reduced noise before training model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 txBox="1"/>
          <p:nvPr/>
        </p:nvSpPr>
        <p:spPr>
          <a:xfrm>
            <a:off x="208076" y="756995"/>
            <a:ext cx="8555855" cy="3629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RESEARCH GAPS :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Biased dataset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Emoticon analysis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data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 txBox="1"/>
          <p:nvPr/>
        </p:nvSpPr>
        <p:spPr>
          <a:xfrm>
            <a:off x="208076" y="940497"/>
            <a:ext cx="8555855" cy="3629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DISCUSSION:  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10"/>
          <p:cNvPicPr preferRelativeResize="0"/>
          <p:nvPr/>
        </p:nvPicPr>
        <p:blipFill rotWithShape="1">
          <a:blip r:embed="rId4">
            <a:alphaModFix/>
          </a:blip>
          <a:srcRect b="0" l="9271" r="16017" t="4287"/>
          <a:stretch/>
        </p:blipFill>
        <p:spPr>
          <a:xfrm>
            <a:off x="4350025" y="940500"/>
            <a:ext cx="2793726" cy="341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925" y="1357500"/>
            <a:ext cx="2915524" cy="300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/>
        </p:nvSpPr>
        <p:spPr>
          <a:xfrm>
            <a:off x="294073" y="756995"/>
            <a:ext cx="8555855" cy="3629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CONCLUSION &amp; FUTURE WORK :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Bridges gap between human and computers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surpasses human computing capacity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more than just polarity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in application concerning mental health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model using multilingual approach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 txBox="1"/>
          <p:nvPr/>
        </p:nvSpPr>
        <p:spPr>
          <a:xfrm>
            <a:off x="294073" y="756995"/>
            <a:ext cx="85560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: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A. Vijayaraj, K. Bhavana, S. SreeDurga, S. Lokesh Naik, “Twitter based sentiment analysis of Covid-19 observations”, Materials Today : Proceedings, vol 64, 2022, 713-719.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Deepak Kawade, “Sentiment Analysis: Machine Learning Approach”, International Journal of Engineering and Technology, vol 9(3), 2017, 0975-4024.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Ruby Prabowo, Mike Thelwell, “Sentiment Analysis: A Combined Approach”, Journal of Informetrics, Elsevier, vol. 3(2), 143-157, 2009.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Palak Baid, Apoorva Gupta, Neelam Chaplot, “Sentiment Analysis of Movie Reviews using Machine Learning Techniques”, International Journal of Computer Applications, vol 179(7),2023, 45-49.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 Yelena Mejova, “Sentimental Analysis : An Overview”, Survey Paper, University of Iowa, 2009.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/>
        </p:nvSpPr>
        <p:spPr>
          <a:xfrm>
            <a:off x="294073" y="756995"/>
            <a:ext cx="85560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: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Fatma Jemai, Mohamed Hayouni, Sahbi Baccar, “ Sentiment Analysis Using Machine Learning Algorithms”, International Wireless Communication and Mobile Computing, 2021.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P. Vijayaragavan, R. Ponnusamy, M. Aramudhan, “An optimal support vector machine based classification model for sentiment analysis of online product review”, Future Generation Computer Systems, vol 111, 2020, 234-240.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N Pavitha, Vithika Pungliya, Ankur Raut, Roshita Bhonsle, Atharva Purohit,Aayushi Patel, R Shashidhar, “Movie recommendation and sentiment analysis using machine learning”, Global Transitions Proceedings, vol 3, 2022, 279-284.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R Vidhya, Pavithra Gopalakrishnan, Nanda Kishore Vallamkondu, “Sentiment Analysis Using Machine Learning Classifiers: Evaluation of Performance”, Proceedings of the First International Conference on Computing, Communication and Control System, 2021.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Devika M D, Sunitha C, Amal Ganesh, “Sentiment Analysis: A comparative Study On Different Approaches”, Procedia Computer Science, vol 87, 44-49, 2016.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 txBox="1"/>
          <p:nvPr/>
        </p:nvSpPr>
        <p:spPr>
          <a:xfrm>
            <a:off x="294073" y="756995"/>
            <a:ext cx="85560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: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Ankita Sharma, Udayan Ghose, “Sentimental Analysis of Twitter Data with respect to General Elections in India”, Procedia Computer Science, vol 173, 2020, 325-334.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Sunil Malviya, Arvind Kumar Tiwari, Rajeev Srivastava, Vipin Tiwari, “Machine learning techniques for sentiment analysis : A review”, SAMRIDDHI, vol 12(2), 2020.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Niklas Braig, Alina Benz, Soeren Voth, Johannes Breitenbach, Ricardo Buettner, “ Machine learning Techniques for Sentiment Analysis of COVID-19 Related Twitter Data”, IEEE Access, vol 11, 14778-14803, 2023.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 SoYeop Yoo, Jeln Song, OkRan Jeong, “Social media contents based sentiment analysis and prediction system”, Expert System With Applications, vol 105, 2018, 102-111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